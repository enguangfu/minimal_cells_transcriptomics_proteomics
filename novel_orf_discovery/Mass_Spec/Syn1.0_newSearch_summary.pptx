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6011-A67B-4ED4-9A06-ED9CA8148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35FED-922A-4728-93A4-9C3F8B5F9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31B97-0917-470B-A9DB-A2645F71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1A2A7-8C83-40BC-B8E3-4DA022B8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C176C-0970-49A4-B725-0E39EAC3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6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1C69-E235-4EFE-A77E-37D05604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F9D60-653C-472C-89EE-79321746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C2913-16D8-4B64-8BBE-7B307DF3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08169-14A6-4CEE-BAA4-13D45E7F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C55E-A338-4512-B2B1-85F3848B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4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135C-307C-42AC-9F05-54038DAA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DF3B6-4031-4FC9-8782-A17DA28D0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F5D42-BEF2-4AFE-89CE-FBA6FB9D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3D64-9135-435D-9D87-E05EE125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BCB22-CAF1-4279-8B14-DA9D9978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4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F455-79DF-4793-8240-01DAEF0E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808B-5DFA-4665-8E1B-D6E50DE0C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99066-E8E9-45D2-B216-6D74BB1E9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1B32B-64C5-45B5-B71F-E289BF67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830F4-286F-48A4-A2C2-3DDF5A05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9E8FF-C955-4A9E-8780-7D7E27AF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400-31BD-4238-BE59-212F450E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8025B-F163-4863-87DC-8A74481A3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6D06B-6F37-41E1-B90D-9976D9DDF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510DE-6EB9-43A9-A7D6-D80D97EAD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A3E69-B396-4344-82CB-E6B434350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C8DBB-0746-4DAC-876B-6E1CCEFA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08A5-2B6D-46C6-898B-E43D4A0A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B5491-90BF-40B7-908A-00A76BD5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8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5C53-B071-485E-AB3A-9F15BA3E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8F7646-F349-41C2-AE9D-428B4227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C2883-0CFA-4751-9B81-6A01DC5B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A6E02-5DCA-4529-ADB2-D1015BCF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5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D84F2-AA99-4B1F-84A4-53EAC156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7B164-841B-43B9-85EB-DA73C304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3DE27-AA15-4DF2-BE74-F3A0205A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2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CBDA-35BC-431E-B0BD-A8E40B453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B5EBB-4B39-4FEC-9620-B812939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E8FF7-3F8E-4B7C-B890-631F31029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D31EF-2E3A-45BA-9656-958A91B3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0127A-093C-420D-978F-E5756F63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DB9C6-18A5-41A5-809B-948566CD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7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91DE-790D-463F-A30B-FBDBA47F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7CD8F8-A732-4F0E-A7BC-A42C56276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9398A-BEA7-4372-8E5E-0CB58D6D8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344CD-139C-4036-B9E9-B2FB1D55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B3363-484C-4FE1-9D14-D69A7867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23F56-3665-447D-906D-3A540268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9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B229C-F725-4E54-B9B5-2D409992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6FDA0-614C-4B69-97AB-29D68FFBD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DADE3-EBFA-411C-91C4-961E812D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99A3D-CDB3-4FC9-AE81-4C1CC977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7649-1D89-4E1C-8B0F-0ECBBF88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3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A280F-1106-4A2C-A41B-BFA80CF1D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9C82D-017E-4ECC-8D28-A9CADD4E7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F4497-35D2-48CF-B695-96CDC04D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38C13-B42D-4472-9BC9-F893DAA2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A361F-1701-44A4-BFE7-AA7A573E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3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9E8F6-DD63-4308-B268-7B40F719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B11B9-47E4-4047-B445-1FFC28A16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03816-2CC7-4145-B939-6BCB913C2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EB80E-60ED-413E-BAD2-D8198B3770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12283-99D7-4B3F-961E-21580ACEB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0A95C-E748-4EBA-BDDE-05A596E46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F85BC-ABA9-4006-8C67-CFE3B9A4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4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1B3855-5DF8-4C87-B507-6F51CB0A53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75458" y="2586633"/>
            <a:ext cx="7241085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Good quality spectrum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8C0C5-C509-45E5-9FC5-2E4E7F9C0DA3}"/>
              </a:ext>
            </a:extLst>
          </p:cNvPr>
          <p:cNvSpPr txBox="1"/>
          <p:nvPr/>
        </p:nvSpPr>
        <p:spPr>
          <a:xfrm>
            <a:off x="4661210" y="4059044"/>
            <a:ext cx="3498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fragments (b/y 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S/N</a:t>
            </a:r>
          </a:p>
        </p:txBody>
      </p:sp>
    </p:spTree>
    <p:extLst>
      <p:ext uri="{BB962C8B-B14F-4D97-AF65-F5344CB8AC3E}">
        <p14:creationId xmlns:p14="http://schemas.microsoft.com/office/powerpoint/2010/main" val="273256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9A5E7-BCFD-40B6-9BA7-ED4F7BEF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56" y="0"/>
            <a:ext cx="8620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3FF4DA-DA9D-43E8-A5BD-6499CB3E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943" y="0"/>
            <a:ext cx="8664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8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636ED-BEF3-41CD-B955-5C909D23F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70" y="0"/>
            <a:ext cx="8712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2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888DD-D553-4177-B64E-6079C9A7E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52" y="0"/>
            <a:ext cx="8806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3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D5D92-D19C-407F-8DA0-80F5EBD8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66" y="0"/>
            <a:ext cx="9032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8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F9E66-33E5-4524-B937-9E998E3C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80" y="0"/>
            <a:ext cx="8793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30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706DE-93D7-4EBF-BA47-EA65DD8D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500" y="0"/>
            <a:ext cx="89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7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C3926A-9D0B-42C3-BC8A-CCB56333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991" y="0"/>
            <a:ext cx="861801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AD822F-DAE7-4DEF-B03C-A95AA0533654}"/>
              </a:ext>
            </a:extLst>
          </p:cNvPr>
          <p:cNvSpPr txBox="1"/>
          <p:nvPr/>
        </p:nvSpPr>
        <p:spPr>
          <a:xfrm>
            <a:off x="3169734" y="1961944"/>
            <a:ext cx="3766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effectLst/>
                <a:latin typeface="Calibri" panose="020F0502020204030204" pitchFamily="34" charset="0"/>
              </a:rPr>
              <a:t>_[Acetyl (Protein N-term)]SINIIYK_.1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3BFEE-2B2E-482E-9BB5-4B681FBE23CB}"/>
              </a:ext>
            </a:extLst>
          </p:cNvPr>
          <p:cNvSpPr txBox="1"/>
          <p:nvPr/>
        </p:nvSpPr>
        <p:spPr>
          <a:xfrm>
            <a:off x="685215" y="1438507"/>
            <a:ext cx="220355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Low quality spectrum</a:t>
            </a:r>
          </a:p>
        </p:txBody>
      </p:sp>
    </p:spTree>
    <p:extLst>
      <p:ext uri="{BB962C8B-B14F-4D97-AF65-F5344CB8AC3E}">
        <p14:creationId xmlns:p14="http://schemas.microsoft.com/office/powerpoint/2010/main" val="295170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Good quality spectrum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Proteomics</dc:creator>
  <cp:lastModifiedBy>Proteomics</cp:lastModifiedBy>
  <cp:revision>9</cp:revision>
  <dcterms:created xsi:type="dcterms:W3CDTF">2026-04-03T14:02:15Z</dcterms:created>
  <dcterms:modified xsi:type="dcterms:W3CDTF">2026-04-03T14:26:04Z</dcterms:modified>
</cp:coreProperties>
</file>